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2815" y="4480560"/>
            <a:ext cx="960120" cy="960120"/>
          </a:xfrm>
          <a:prstGeom prst="ellipse">
            <a:avLst/>
          </a:prstGeom>
          <a:solidFill>
            <a:srgbClr val="4B2E83">
              <a:alpha val="8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614977"/>
            <a:ext cx="691286" cy="69128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774375" y="5440680"/>
            <a:ext cx="777240" cy="777240"/>
          </a:xfrm>
          <a:prstGeom prst="ellipse">
            <a:avLst/>
          </a:prstGeom>
          <a:solidFill>
            <a:srgbClr val="2F6844">
              <a:alpha val="7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189" y="5549494"/>
            <a:ext cx="559613" cy="55961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762695" y="5623560"/>
            <a:ext cx="640080" cy="640080"/>
          </a:xfrm>
          <a:prstGeom prst="ellipse">
            <a:avLst/>
          </a:prstGeom>
          <a:solidFill>
            <a:srgbClr val="4B2E83">
              <a:alpha val="75000"/>
            </a:srgbClr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306" y="5713171"/>
            <a:ext cx="460858" cy="4608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MAPLESTORY THEME · 02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77240" y="23317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4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엘리니아 숲</a:t>
            </a:r>
            <a:endParaRPr lang="en-US" sz="5000" dirty="0"/>
          </a:p>
        </p:txBody>
      </p:sp>
      <p:sp>
        <p:nvSpPr>
          <p:cNvPr id="10" name="Text 5"/>
          <p:cNvSpPr/>
          <p:nvPr/>
        </p:nvSpPr>
        <p:spPr>
          <a:xfrm>
            <a:off x="82296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나무 위 요정 마을에서 피어나는 신비로운 분위기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 이름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713232" cy="713232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12" y="1882932"/>
            <a:ext cx="513527" cy="513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2821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소개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8800" y="2112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B4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신비로운 숲 마을의 배경 소개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2953512"/>
            <a:ext cx="713232" cy="713232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12" y="3053364"/>
            <a:ext cx="513527" cy="513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28986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목표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828800" y="32826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B4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여정에서 이루고자 하는 목표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4123944"/>
            <a:ext cx="713232" cy="713232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2" y="4223796"/>
            <a:ext cx="513527" cy="513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40690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진행 계획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828800" y="44531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B4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추진 일정과 방법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" y="5294376"/>
            <a:ext cx="713232" cy="713232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12" y="5394228"/>
            <a:ext cx="513527" cy="5135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52395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기대 효과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828800" y="56235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B4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완주 후 얻게 될 결과와 보상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콘텐츠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보랏빛 마법의 숲에서 반짝이는 영감. 신비롭고 우아한 색감으로 몰입감 있는 분위기를 전달합니다.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고요하고 신비로운 톤앤매너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나무·마법 모티프의 일관된 아이콘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가독성 높은 본문 레이아웃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6002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2F6844">
              <a:alpha val="12000"/>
            </a:srgbClr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63740" y="1856232"/>
            <a:ext cx="822960" cy="822960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954" y="1971446"/>
            <a:ext cx="592531" cy="59253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034272" y="16002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2F6844">
              <a:alpha val="12000"/>
            </a:srgbClr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925812" y="1856232"/>
            <a:ext cx="822960" cy="822960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026" y="1971446"/>
            <a:ext cx="592531" cy="59253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71432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영감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72200" y="382219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2F6844">
              <a:alpha val="12000"/>
            </a:srgbClr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63740" y="4078224"/>
            <a:ext cx="822960" cy="822960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954" y="4193438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5056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34272" y="382219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2F6844">
              <a:alpha val="12000"/>
            </a:srgbClr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925812" y="4078224"/>
            <a:ext cx="822960" cy="822960"/>
          </a:xfrm>
          <a:prstGeom prst="ellipse">
            <a:avLst/>
          </a:prstGeom>
          <a:solidFill>
            <a:srgbClr val="4B2E8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026" y="4193438"/>
            <a:ext cx="592531" cy="59253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71432" y="5056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쉼터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지표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01469" y="1874520"/>
            <a:ext cx="914400" cy="914400"/>
          </a:xfrm>
          <a:prstGeom prst="ellipse">
            <a:avLst/>
          </a:prstGeom>
          <a:solidFill>
            <a:srgbClr val="FFD96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485" y="200253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0632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완료한 퀘스트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38648" y="1874520"/>
            <a:ext cx="914400" cy="914400"/>
          </a:xfrm>
          <a:prstGeom prst="ellipse">
            <a:avLst/>
          </a:prstGeom>
          <a:solidFill>
            <a:srgbClr val="FFD9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664" y="2002536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77258" y="30632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4460138" y="41148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탐험한 마을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275826" y="1874520"/>
            <a:ext cx="914400" cy="914400"/>
          </a:xfrm>
          <a:prstGeom prst="ellipse">
            <a:avLst/>
          </a:prstGeom>
          <a:solidFill>
            <a:srgbClr val="FFD96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842" y="2002536"/>
            <a:ext cx="658368" cy="6583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14437" y="30632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5400" dirty="0"/>
          </a:p>
        </p:txBody>
      </p:sp>
      <p:sp>
        <p:nvSpPr>
          <p:cNvPr id="14" name="Text 9"/>
          <p:cNvSpPr/>
          <p:nvPr/>
        </p:nvSpPr>
        <p:spPr>
          <a:xfrm>
            <a:off x="8097317" y="41148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만족도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0"/>
            <a:ext cx="822960" cy="822960"/>
          </a:xfrm>
          <a:prstGeom prst="ellipse">
            <a:avLst/>
          </a:prstGeom>
          <a:solidFill>
            <a:srgbClr val="4B2E83">
              <a:alpha val="8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5144414"/>
            <a:ext cx="592531" cy="5925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45775" y="822960"/>
            <a:ext cx="731520" cy="731520"/>
          </a:xfrm>
          <a:prstGeom prst="ellipse">
            <a:avLst/>
          </a:prstGeom>
          <a:solidFill>
            <a:srgbClr val="2F6844">
              <a:alpha val="8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188" y="925373"/>
            <a:ext cx="526694" cy="5266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E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Ellinia Forest Theme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2026-08-25T05:28:47Z</dcterms:created>
  <dcterms:modified xsi:type="dcterms:W3CDTF">2026-08-25T05:28:47Z</dcterms:modified>
</cp:coreProperties>
</file>